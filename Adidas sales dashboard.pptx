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kotte" userId="711499fe10fee12d" providerId="LiveId" clId="{0B0A0CFF-1278-479A-8738-F3F8705F03D1}"/>
    <pc:docChg chg="modSld">
      <pc:chgData name="manisha kotte" userId="711499fe10fee12d" providerId="LiveId" clId="{0B0A0CFF-1278-479A-8738-F3F8705F03D1}" dt="2026-01-04T17:21:04.357" v="1" actId="1076"/>
      <pc:docMkLst>
        <pc:docMk/>
      </pc:docMkLst>
      <pc:sldChg chg="modSp mod">
        <pc:chgData name="manisha kotte" userId="711499fe10fee12d" providerId="LiveId" clId="{0B0A0CFF-1278-479A-8738-F3F8705F03D1}" dt="2026-01-04T17:21:04.357" v="1" actId="1076"/>
        <pc:sldMkLst>
          <pc:docMk/>
          <pc:sldMk cId="4273563287" sldId="265"/>
        </pc:sldMkLst>
        <pc:picChg chg="mod">
          <ac:chgData name="manisha kotte" userId="711499fe10fee12d" providerId="LiveId" clId="{0B0A0CFF-1278-479A-8738-F3F8705F03D1}" dt="2026-01-04T17:21:04.357" v="1" actId="1076"/>
          <ac:picMkLst>
            <pc:docMk/>
            <pc:sldMk cId="4273563287" sldId="265"/>
            <ac:picMk id="5" creationId="{F02BA7D1-A393-E2D7-ACE2-985A538F94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F2874-14B7-486C-8CF8-80CEFCD42C3C}" type="datetimeFigureOut">
              <a:rPr lang="en-IN" smtClean="0"/>
              <a:t>04-01-2026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58B4CB-BA7B-411F-BA2E-139A739976F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10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58B4CB-BA7B-411F-BA2E-139A739976F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638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9EDB-88E1-A515-FF2C-AE22EE26D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680" y="2099733"/>
            <a:ext cx="9164320" cy="1527387"/>
          </a:xfrm>
        </p:spPr>
        <p:txBody>
          <a:bodyPr/>
          <a:lstStyle/>
          <a:p>
            <a:r>
              <a:rPr lang="en-IN" dirty="0"/>
              <a:t>Adidas Sales Dashboard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B2DAF-D611-D063-C8ED-57F9ED076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334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D846-AE19-0256-1A3B-D57EED9F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0787-43BB-A74D-DE61-42A3FDD06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574006" cy="34163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provides a complete view of Adidas sales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sales, profit, products, regions, retailers, and states.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management understand where revenue comes from and where to improve.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dashboard is designed to give decision-makers a single view of Adidas business performance.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36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41C6F-A085-21C4-C340-B4F06575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 Business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AC721-B550-12BE-7686-66EEEAE55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582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high-revenue and low-revenue areas.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profitability, not just sales.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customer demand using units sold.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decisions related to marketing, inventory, and expansion.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angle : Companies don’t just look at sales numbers; they look at where and how sales happen.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905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0BE8-67FD-ADB9-A6C2-326E9597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Sales KPIs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FA84D-5ECB-1B2F-7897-1AC290AA4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7354" y="2468032"/>
            <a:ext cx="8825659" cy="341630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total revenue generated.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market demand and brand strength.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Profit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earnings after operational costs.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profit means efficient cost control.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0F50A-55D0-0422-A6A8-F617EBFBA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842" y="2468032"/>
            <a:ext cx="2255838" cy="1281008"/>
          </a:xfrm>
          <a:prstGeom prst="rect">
            <a:avLst/>
          </a:prstGeom>
        </p:spPr>
      </p:pic>
      <p:sp>
        <p:nvSpPr>
          <p:cNvPr id="7" name="AutoShape 4">
            <a:extLst>
              <a:ext uri="{FF2B5EF4-FFF2-40B4-BE49-F238E27FC236}">
                <a16:creationId xmlns:a16="http://schemas.microsoft.com/office/drawing/2014/main" id="{631CA8D5-813F-EAE4-B3A0-816E9A9129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1411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EF3014D2-9220-AF7F-7A5B-7F570D1114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D0B33BC9-1666-0180-D1B1-61A5451C81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50183D-B107-BC91-5C63-A5941827F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842" y="4517812"/>
            <a:ext cx="2255838" cy="136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02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>
            <a:extLst>
              <a:ext uri="{FF2B5EF4-FFF2-40B4-BE49-F238E27FC236}">
                <a16:creationId xmlns:a16="http://schemas.microsoft.com/office/drawing/2014/main" id="{AC9EB4C4-4B62-B2E7-BD67-E79B16EC99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9CF5A-4529-A6BE-35B1-D95DB0E2F778}"/>
              </a:ext>
            </a:extLst>
          </p:cNvPr>
          <p:cNvSpPr txBox="1"/>
          <p:nvPr/>
        </p:nvSpPr>
        <p:spPr>
          <a:xfrm>
            <a:off x="731520" y="1342797"/>
            <a:ext cx="930656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Sold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product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demandHelps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inventory and supply planning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Margin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as a percentage of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salesHigher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margin = healthy and sustainable business.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profit along with high sales means Adidas is not just selling more, but selling efficiently.”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AC89C94-F47F-56AB-FBF2-E5F42085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74" y="2052653"/>
            <a:ext cx="1771649" cy="12239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BBA0DBC-27C5-E1C1-B5D1-F026FD10B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074" y="4123992"/>
            <a:ext cx="1771650" cy="139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74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4346A-72E8-DBBF-6082-012F2C41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Sales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CB2D-26A8-3853-97D5-1BBA08C59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Sales are not constant across time</a:t>
            </a:r>
          </a:p>
          <a:p>
            <a:r>
              <a:rPr lang="en-US" b="1" u="sng" dirty="0"/>
              <a:t>Peaks may indicate: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Festive seasons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Discounts or promotions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New product launches</a:t>
            </a:r>
          </a:p>
          <a:p>
            <a:r>
              <a:rPr lang="en-US" b="1" u="sng" dirty="0"/>
              <a:t>Declines may indicate: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Off-season periods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Reduced demand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Supply issues</a:t>
            </a:r>
          </a:p>
          <a:p>
            <a:r>
              <a:rPr lang="en-US" b="1" u="sng" dirty="0"/>
              <a:t>Business value : </a:t>
            </a:r>
            <a:r>
              <a:rPr lang="en-US" dirty="0"/>
              <a:t>Trend analysis helps predict future demand and avoid overstock or shortage.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38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0C2B7-BEE2-1152-1139-ED733C5BF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Regional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10AA-9961-EE3D-E459-D38502929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&amp; Northeast are core revenue regions.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regions may have 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purchasing power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brand presence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retail networks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Midwest &amp; South show untapped potential</a:t>
            </a: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insight :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marketing in low-performing regions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retail availability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Region-wise analysis helps allocate budgets more effectively.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A35648-218E-3085-8261-D97426A18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622" y="2481580"/>
            <a:ext cx="357187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69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0AC7-5D21-C7FE-49A3-B953B499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State-wise Sales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9533-ABBC-5234-504B-2B6FF432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28240"/>
            <a:ext cx="8825659" cy="4104640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States like California &amp; Texas show high sales due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Population density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Urban demand</a:t>
            </a:r>
          </a:p>
          <a:p>
            <a:r>
              <a:rPr lang="en-US" b="1" u="sng" dirty="0"/>
              <a:t>Low-performing states indicate: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Limited awareness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Distribution gaps</a:t>
            </a:r>
          </a:p>
          <a:p>
            <a:r>
              <a:rPr lang="en-US" b="1" u="sng" dirty="0"/>
              <a:t>Actionable insight: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Local promotions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State-specific campaigns</a:t>
            </a:r>
          </a:p>
          <a:p>
            <a:r>
              <a:rPr lang="en-US" dirty="0"/>
              <a:t>State-level analysis helps in targeted marketing instead of blanket strategies.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FB6B8-77AC-1D5E-9BCF-29EE7FE1B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847" y="2926080"/>
            <a:ext cx="4298633" cy="266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53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88848-D29D-E891-8408-5223EADC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Recommendations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5584B-7BF2-B0E9-081E-DCCBF365A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40614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in high-growth regions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presence in low-performing states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top-selling products more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underperforming product lines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trend data for future forecasting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dashboard supports smarter and faster business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397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E8CE-082E-A502-6608-E3F929865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C2CC-FB91-2F39-8B98-53337B8A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8880"/>
            <a:ext cx="8825659" cy="355092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helps Adidas understand where it is performing well and where improvements are needed, enabling smarter and more focused business decisions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BA7D1-A393-E2D7-ACE2-985A538F9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280" y="3261360"/>
            <a:ext cx="6736080" cy="330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5632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68</TotalTime>
  <Words>389</Words>
  <Application>Microsoft Office PowerPoint</Application>
  <PresentationFormat>Widescreen</PresentationFormat>
  <Paragraphs>79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Adidas Sales Dashboard </vt:lpstr>
      <vt:lpstr> Introduction</vt:lpstr>
      <vt:lpstr> Business Objective</vt:lpstr>
      <vt:lpstr>Sales KPIs </vt:lpstr>
      <vt:lpstr>PowerPoint Presentation</vt:lpstr>
      <vt:lpstr>Sales Trend Analysis</vt:lpstr>
      <vt:lpstr>Regional Performance </vt:lpstr>
      <vt:lpstr>State-wise Sales </vt:lpstr>
      <vt:lpstr>Recommendations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manisha kotte</dc:creator>
  <cp:lastModifiedBy>manisha kotte</cp:lastModifiedBy>
  <cp:revision>1</cp:revision>
  <dcterms:created xsi:type="dcterms:W3CDTF">2026-01-04T16:12:26Z</dcterms:created>
  <dcterms:modified xsi:type="dcterms:W3CDTF">2026-01-04T17:21:09Z</dcterms:modified>
</cp:coreProperties>
</file>